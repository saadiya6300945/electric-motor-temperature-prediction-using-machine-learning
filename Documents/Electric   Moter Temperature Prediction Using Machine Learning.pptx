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electric-motor-temperature-prediction" ContentType="image/electric-motor-temperature-prediction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https://user-images.githubusercontent.com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https://corporateresponsibility.thorntontomasetti.com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electric-motor-temperature-prediction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electric-motor-temperature-prediction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electric-motor-temperature-prediction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Electric   Moter Temperature Prediction Using Machine Learning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34ec009160b9ab0a6d796310c31303d1fe9d62c6cab6c12a7add779fbd9574e6/Haritha-PV/Electric-Motor-Temperature-Predi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Electric Motor Temperature Prediction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Electric motor temperature prediction is essential for preventing overheating and ensuring operational efficiency.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techniques offer advanced capabilities for accurate temperature forecasting.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presentation explores how machine learning can be applied to predict electric motor temperatures effectively.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user-images.githubusercontent.com/105945382/211164978-b6df2465-7d6a-48d7-bd3e-2abb3a5384c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Temperature Monitoring in Electric Motors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Monitoring temperature helps avoid damage and extends the lifespan of electric motors.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Overheating can lead to failures, costly repairs, and safety hazards.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prediction models enable proactive maintenance and operational adjustments.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34ec009160b9ab0a6d796310c31303d1fe9d62c6cab6c12a7add779fbd9574e6/Haritha-PV/Electric-Motor-Temperature-Predi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Key Factors Influencing Motor Temperature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Current, voltage, and load conditions significantly impact motor temperature.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Environmental factors like ambient temperature and cooling efficiency also play a role.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Internal factors such as motor design and insulation quality affect heat generation and dissipation.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researchgate.net/publication/365499413/figure/fig3/AS:11431281098205821@1668790280808/System-architecture-for-machine-learning-based-TC-predi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Collection for Machine Learning Models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includes sensor readings of temperature, current, voltage, and environmental conditions.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data preprocessing is crucial for model accuracy, including cleaning and normalization.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Collecting high-quality, labeled data is essential for training effective machine learning models.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researchgate.net/publication/358518962/figure/fig3/AS:11431281091633952@1666580598586/A-general-structure-of-a-machine-learning-based-predictive-model-considering-both-th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Algorithms for Prediction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Common algorithms include decision trees, support vector machines, and neural networks.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Regression models are often used to predict continuous temperature values.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choice of algorithm depends on data complexity, size, and desired prediction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researchgate.net/publication/369325108/figure/fig4/AS:11431281129646607@1679591207935/From-training-to-prediction-in-machine-learning-Paradigm-for-obtaining-predictive-mod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Training and Validation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is split into training and testing sets to evaluate model performance.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Cross-validation helps ensure the model generalizes well to unseen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Performance metrics like RMSE, MAE, and R-squared assess the accuracy of temperature predictions.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researchgate.net/publication/365499413/figure/fig3/AS:11431281098205821@1668790280808/System-architecture-for-machine-learning-based-TC-predi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Deployment and Real-time Prediction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Trained models can be integrated into monitoring systems for real-time temperature prediction.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Continuous data streaming allows for dynamic updates and alerts for potential overheating.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system integration ensures reliable and timely maintenance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d693917e2c68dc6a9a54632c6b9eb2f08ad0bd99c7ed7149a1f83371e17c8cb0/krsukh/electric-motor-temperature-predi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and Limitations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Limited or poor-quality data can hinder model accuracy.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interpretability may be complex, especially with deep learning approaches.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External factors and unexpected conditions can still cause prediction errors.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orporateresponsibility.thorntontomasetti.com/wp-content/uploads/2024/05/ai-ml-re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Trends and Developments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Advances in IoT and sensor technology will enhance data collection and model accuracy.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Hybrid models combining physics-based and data-driven approaches are emerging.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AI-driven predictive maintenance will become more accessible and cost-effective for industries.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researchgate.net/publication/365499413/figure/fig3/AS:11431281098205821@1668790280808/System-architecture-for-machine-learning-based-TC-predi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Takeaways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provides powerful tools for accurate electric motor temperature prediction.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data collection, model selection, and deployment are critical for success.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research and technological advancements will further improve predictive capabilities in this field.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  Moter Temperature Prediction Using Machine Learning</dc:title>
  <dc:subject>Electric   Moter Temperature Prediction Using Machine Learning</dc:subject>
  <dc:creator>SlideMake.com</dc:creator>
  <cp:lastModifiedBy>SlideMake.com</cp:lastModifiedBy>
  <cp:revision>1</cp:revision>
  <dcterms:created xsi:type="dcterms:W3CDTF">2026-02-16T05:42:28Z</dcterms:created>
  <dcterms:modified xsi:type="dcterms:W3CDTF">2026-02-16T05:42:28Z</dcterms:modified>
</cp:coreProperties>
</file>